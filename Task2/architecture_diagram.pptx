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210D-9F87-4A7A-3851-A49B947A3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C24DC-BFF0-B79F-8550-5D542CA67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92B0F-8F94-A78A-BEA3-42F553DB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3AE29-ECD4-356F-0C98-A6739A56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4ED19-D5F6-262F-238B-4EEC0BD6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7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7EED-B028-E21F-4ED9-BB939A6F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8EF9-0296-1097-1B51-43AF58A4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09F14-AE1C-F07C-DA6C-9DF858FE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960A-B2FD-5035-6BA7-BB312873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09709-4D76-BE86-7750-1DD551B4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0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3372-6120-ECBA-F939-40F3F4911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B30F4-2153-E2E0-2A0A-106CCA9F7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4427-C6AC-0EFC-FC6B-0581A6EF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138C0-1300-AEDB-0858-9372AA8A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D55B3-E40B-2C7B-DB46-98C90574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1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75FA-C7F4-819B-0D2D-CF096E5B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E25A-A44D-009B-1980-8D5280A07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9E943-86CE-3189-883D-9C056AA51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6B1EC-3D66-988C-60FE-01E015761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C91FC-5E7F-05D4-9DB3-219EC3D5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E652F-F183-7BE2-8A0E-E4BD9EB7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0BFD-DA75-BF1C-49EE-A36E3B0F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FE8B6-5433-A801-DC20-2A83B3D74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E3B16-31ED-7994-35D1-CE9CAA708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2E7DA-82CB-0F55-640F-00A82FC88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7F3E7-86FD-EF8A-76CF-146FEAB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2A036-AE3D-364F-35E4-E0DE78D1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B8204-9BD6-9184-33CE-5784855E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4258A-2EA9-FAF1-9372-618EF9E8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67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8C72-3EAA-EC8B-E1D6-F1367468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5401D-9F26-0802-664E-37046AB6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CD675-E06A-515A-FF56-F9C22017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04EF2-6E8E-3319-48DA-824EDE1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9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CF30B-7B5B-61CA-1126-5F5E7DB2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5CC02-6755-DC7A-E9E0-15481C2F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D028C-D380-AFBB-E411-96ABAD970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13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74AE-6B03-AACA-7302-F78AC17D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6B05-FED6-06EA-A79F-E707D9337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D29A5-A44B-8AF0-C80B-7F1E92115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547B0-6400-5B9F-0A6E-3965B036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54938-0AA6-D412-9B12-D454D51E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1417D-7D57-3604-5DC1-FA3C762A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5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C3F4-0743-EB2A-46FF-A0C2CE41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3C1CE-7CE7-9FEB-3E15-0637C17F7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AFDB9-2871-B541-E884-0B79730DB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4E761-44EE-99A0-1CA2-E6615244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DE226-80C3-F9A0-3EB8-A00632F3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A841-8C06-F2AD-9BE4-898B1FC6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11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1782-A356-06C1-43BC-30DD2614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0F61B-16C3-1420-345C-DDA9B2C09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82320-363F-E298-D896-5BBD2EAE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2D940-C744-06BB-F273-D8556B69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55CB7-5508-7E62-6A32-1FCA4D5B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10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347AAB-1770-10E8-17A2-B5BA39914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73E6C-8623-1298-92F7-9E0ACD67F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7DF4B-7959-C1D6-92CC-66CA4E5D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10E29-EC0B-B13F-92FB-81A03524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C5B9E-8230-1859-2628-50643B74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8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5922E0-ACA0-45D1-2058-181B6DB3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8CEF1-B0FE-7B6A-631C-38FEB9F52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58D0-D1BD-0554-260A-F46D8B5A3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4DAA7-16B1-433B-A0F8-452A111E6A3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91A6-63BB-577D-BD06-DCB950A3F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F1319-9AEA-D4F4-C20A-43E77D65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F5F9B-4E4B-4669-8232-7B9E598B9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19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842E-1C08-22C9-57C3-F68DD307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92" y="365125"/>
            <a:ext cx="11783027" cy="861791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components for the RAG system architecture.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C12EB-D199-93CE-5FC2-1CFE14049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33" y="1588747"/>
            <a:ext cx="6922142" cy="46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10FB-4BD2-371E-BF19-318FA514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7241"/>
            <a:ext cx="10956403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System Architecture: RAG for Technical Documentation Q&amp;A 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89FC2A-E7F9-B6FA-DBB2-BEA981F73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86" y="1597720"/>
            <a:ext cx="9694628" cy="471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9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components for the RAG system architecture.</vt:lpstr>
      <vt:lpstr>System Architecture: RAG for Technical Documentation Q&amp;A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Mahboob Attar</dc:creator>
  <cp:lastModifiedBy>Mahboob Attar</cp:lastModifiedBy>
  <cp:revision>2</cp:revision>
  <dcterms:created xsi:type="dcterms:W3CDTF">2025-10-03T15:22:56Z</dcterms:created>
  <dcterms:modified xsi:type="dcterms:W3CDTF">2025-10-03T15:41:32Z</dcterms:modified>
</cp:coreProperties>
</file>